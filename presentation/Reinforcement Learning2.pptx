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2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7A1D-2B79-4ED3-D1A2-9C2BB8D9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7F1CA-741D-8F3A-B18C-F5718F4A2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00205-5957-15AE-A43F-38B34AEE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2B4BF-49BA-DE5E-2422-585D4893B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0AEBD-DDB4-B6BC-4A18-FA27D2A3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6A14-6707-0B52-E6B2-1ED1B3CC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1F9DA-F974-A1CB-DEB7-67CBA96F7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C1048-95A7-5245-CBD9-00F29E415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093C0-C415-4BF4-B2AF-707A736B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C55F4-C823-6B38-4CFB-30731A4D4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1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4F77-03D7-716B-5EB2-3FC32407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ABB2D-86E6-0B9A-AE66-43D6FE38E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D5485-07ED-EA47-99DE-815F5466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3555B-6EF1-4B93-0677-F92A8F03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39C32-B5FE-CAFB-D5B0-CB51A519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4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E833-CC28-31EF-219F-648D099D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79EB-4D2E-6CD8-5EC2-BD33E91F0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E5569-76D9-5CD1-B908-A73EE12FC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55BC2-1AF2-B938-3D40-3810AC3F9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68E10-0AF0-9F56-FA61-3CAFE806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F140C-EF94-173D-6378-415FAC82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0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23DA-90A0-D641-A5E0-D6296832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CC98C-BF32-C978-CBF2-B097E49A4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E96DE-30CF-2398-E77C-E2445F775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15794-DC63-6E96-31A3-E39E95FA7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8F12D-E663-88D3-D02F-0C0257FED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96642-A947-3658-50B3-B566689A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5EF5E-500A-BCEF-F519-DB8DC859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4B210-350D-C7EF-2BFD-B513BFA8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1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5489-EC65-9FB9-1A86-D4F70E0D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E32C5-25EE-6805-E640-271D79E7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DC0DE-1F06-DD27-4C0B-7CEA3B64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C8A29-747B-8E1D-033D-4F9DD70B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1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5D101-0725-56C4-FB8C-F85C14DC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5985A-B497-93D1-6D56-DC75D36E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898BB-0949-D61A-DCEF-4AEE0EFD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9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1DF5-18A5-4613-4607-34C1F8DE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3F20C-B8AA-3C73-0209-D21A2754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260D7-0A74-037F-C3BB-DB5852763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04240-A9EC-9DE5-9E70-970923EF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7B7D3-F051-DEC1-66BD-0996869D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6E9ED-EAA5-064A-86B4-004A0014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17A9-05BF-BEED-5BB7-875E7B42F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ACBD5-DDB3-86DF-80D3-D0B98FA3E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6D997-0855-8DD9-40C7-AB706ACA4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E7E3C-9DAB-DCF7-F274-94C82533E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94552-510D-CF2E-F818-D8AA66A3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1E361-150F-989F-7230-A6F0CEB1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1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7F6C-5D41-5A45-55D8-9B304EB2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F95B6-62C1-1F52-51B7-4F5378E30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5D88D-AE42-CCE3-7A85-2E6A75B7E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9802-608C-4517-6CFC-25764C90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96983-7B02-17EB-B87A-C390EB51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1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A02DC-1757-193C-CA0D-5B1792667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75304-8A19-A634-A1DF-1E2BD3D40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67900-0DEE-B73C-FDD2-CE893B43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582F2-6762-2892-B1BE-F08DBC6C4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DCB6-12CE-59C3-558B-C70675C7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1077F-00B5-1262-F906-DE0A2D5E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8DCA6-1813-AD04-B425-07595F3BD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1635F-F5B7-D479-2AFA-345437654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D7FDF-D0CB-4DEE-BE22-326F552EE10C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C0038-4AF9-28D4-3D70-BAD542113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4156D-0BA9-7A40-C501-DBAA7FC4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7996C-0EDB-410A-898B-065287E2F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74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4F77-B6B7-CEE7-88C6-7B507357C0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Reinforcement Learning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5ADB0-9722-6F00-2236-F45EFD58F7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EE32-E786-0311-F29F-114B414E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routes to learn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044FC-DEC6-E9E3-E1A6-329076A86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route we will take is the one that I took, but could be others</a:t>
            </a:r>
          </a:p>
          <a:p>
            <a:r>
              <a:rPr lang="en-US" dirty="0"/>
              <a:t>Part 1: Tabular Q Learning </a:t>
            </a:r>
          </a:p>
          <a:p>
            <a:pPr lvl="1"/>
            <a:r>
              <a:rPr lang="en-US" dirty="0"/>
              <a:t>Q tables, dynamic programming </a:t>
            </a:r>
            <a:r>
              <a:rPr lang="en-US" dirty="0" err="1"/>
              <a:t>ish</a:t>
            </a:r>
            <a:r>
              <a:rPr lang="en-US" dirty="0"/>
              <a:t> approach</a:t>
            </a:r>
          </a:p>
          <a:p>
            <a:pPr lvl="1"/>
            <a:r>
              <a:rPr lang="en-US" dirty="0"/>
              <a:t>Deep q learning for discrete action spaces</a:t>
            </a:r>
          </a:p>
          <a:p>
            <a:r>
              <a:rPr lang="en-US" dirty="0"/>
              <a:t>Part 2: Policy Learning, naturally suggest deep learning</a:t>
            </a:r>
          </a:p>
          <a:p>
            <a:pPr lvl="1"/>
            <a:r>
              <a:rPr lang="en-US" dirty="0"/>
              <a:t>Deep Policy Learning</a:t>
            </a:r>
          </a:p>
          <a:p>
            <a:r>
              <a:rPr lang="en-US" dirty="0"/>
              <a:t>Part 1 + Part 2 : Soft Actor Critic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EB2B-FA56-8D0C-64E4-0C57F5FD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learn to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46EDA-9C29-5C6D-CBC6-D4FD51CA40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 learning</a:t>
            </a:r>
          </a:p>
          <a:p>
            <a:r>
              <a:rPr lang="en-US" dirty="0"/>
              <a:t>You define a Q function or a Q-table </a:t>
            </a:r>
          </a:p>
          <a:p>
            <a:r>
              <a:rPr lang="en-US" dirty="0"/>
              <a:t>This table tells you the payoff from each state-action pair </a:t>
            </a:r>
          </a:p>
          <a:p>
            <a:r>
              <a:rPr lang="en-US" dirty="0"/>
              <a:t>(e,e,1,1,pi,0) – you are epsilon distance away from the ground with low speed you would get pay offs from all the actions (fire right, fire left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You would then choose the maximum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B9BFC-7EE4-1CED-D917-69627FC5B4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Policy learning</a:t>
            </a:r>
          </a:p>
          <a:p>
            <a:r>
              <a:rPr lang="en-US" dirty="0"/>
              <a:t>Policy is a function that tells you what to do in each state</a:t>
            </a:r>
          </a:p>
          <a:p>
            <a:r>
              <a:rPr lang="en-US" dirty="0"/>
              <a:t>Using some gradient method learn the policy function over multiple iterations of the game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04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7143-9E4C-66B6-061B-FD48BE5C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48C3F-9EA2-EA73-8474-4B08C9F5D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26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43DE-3B5B-99BD-1996-25F0651B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via 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2658D-C014-4B07-4727-D68FB73EA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8403" y="457200"/>
            <a:ext cx="3000375" cy="28194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8EA15-F9B7-64D0-C2FC-C23217B0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Optimized using the Bellman equation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 value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Q(</a:t>
            </a:r>
            <a:r>
              <a:rPr lang="en-US" dirty="0" err="1"/>
              <a:t>s,a</a:t>
            </a:r>
            <a:r>
              <a:rPr lang="en-US" dirty="0"/>
              <a:t>) = r +  gamma max(Q(</a:t>
            </a:r>
            <a:r>
              <a:rPr lang="en-US" dirty="0" err="1"/>
              <a:t>s’,a</a:t>
            </a:r>
            <a:r>
              <a:rPr lang="en-US" dirty="0"/>
              <a:t>’))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Q table was good, it would be exactly the current reward plus the maximum possible reward by taking the best possible action next a’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rule – Q(</a:t>
            </a:r>
            <a:r>
              <a:rPr lang="en-US" dirty="0" err="1"/>
              <a:t>s,a</a:t>
            </a:r>
            <a:r>
              <a:rPr lang="en-US" dirty="0"/>
              <a:t>) + alpha * (Ideal value – Q(</a:t>
            </a:r>
            <a:r>
              <a:rPr lang="en-US" dirty="0" err="1"/>
              <a:t>s,a</a:t>
            </a:r>
            <a:r>
              <a:rPr lang="en-US" dirty="0"/>
              <a:t>) [stability]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table can be quite massive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Impossible for continuous spaces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continuous action spaces, small changes have less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5C6AE-4633-C68D-1304-81B4117B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334" y="3276600"/>
            <a:ext cx="5668179" cy="318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2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FEC7-1ACD-25DC-FFA5-8D752B0A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in Lunar Lander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CD39DE-3F44-71A8-49C7-E95E8B559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1832" y="264405"/>
            <a:ext cx="8438920" cy="632919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CAD66-4463-A0D6-4CCA-183EBCD93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Crazy, but you can discretize the whole state and action space of the game using buckets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Horizontal streaks suggest that for certain states certain thruster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Not sure about axes here (just for representation)</a:t>
            </a:r>
          </a:p>
        </p:txBody>
      </p:sp>
    </p:spTree>
    <p:extLst>
      <p:ext uri="{BB962C8B-B14F-4D97-AF65-F5344CB8AC3E}">
        <p14:creationId xmlns:p14="http://schemas.microsoft.com/office/powerpoint/2010/main" val="296079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5545-9D68-9475-5E1D-BAF9A110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via Functional Approximations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C6250B-888E-1B9E-C902-D9D9B18C6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3388" y="1800225"/>
            <a:ext cx="2971800" cy="32480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DCC51-A114-BFCC-DDBB-F19C62E48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using a table, you can create a function that approximates the pay 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some complex and continuous description of states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get a value function for each action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now have continuous state spaces, but we can also efficiently represent large discrete state spaces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Actions must be discrete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82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4F5B-9053-8137-0868-DB8EBA90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027DC-01C3-D233-A1A9-817FF933C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4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5A09-F46F-5505-65D4-FBB8A51A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48FA3-292F-3453-7CDA-D8F5FA2EA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4969" y="987425"/>
            <a:ext cx="5308638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0D08D-3C7B-D408-DD71-BB14412A5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popular than Q-learning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policy tells you what to do in each state update it directly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Think of state as a continuous vector, in the case of lunar lander it is just pixel wise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pi(</a:t>
            </a:r>
            <a:r>
              <a:rPr lang="en-US" dirty="0" err="1"/>
              <a:t>a|s</a:t>
            </a:r>
            <a:r>
              <a:rPr lang="en-US" dirty="0"/>
              <a:t>) is a policy function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loss function multiplies the observed rewards for an action with the probability of that action</a:t>
            </a:r>
          </a:p>
        </p:txBody>
      </p:sp>
    </p:spTree>
    <p:extLst>
      <p:ext uri="{BB962C8B-B14F-4D97-AF65-F5344CB8AC3E}">
        <p14:creationId xmlns:p14="http://schemas.microsoft.com/office/powerpoint/2010/main" val="341196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CA3D-DD68-227F-D23D-4B59F5F4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both?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46569-3054-2ACE-5B3E-4A26BE7D1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Actor Critic model</a:t>
            </a:r>
          </a:p>
        </p:txBody>
      </p:sp>
    </p:spTree>
    <p:extLst>
      <p:ext uri="{BB962C8B-B14F-4D97-AF65-F5344CB8AC3E}">
        <p14:creationId xmlns:p14="http://schemas.microsoft.com/office/powerpoint/2010/main" val="2121373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7235</TotalTime>
  <Words>454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Reinforcement Learning </vt:lpstr>
      <vt:lpstr>Many routes to learn RL</vt:lpstr>
      <vt:lpstr>Two ways to learn to play</vt:lpstr>
      <vt:lpstr>Q-Learning</vt:lpstr>
      <vt:lpstr>Q-Learning via Tables</vt:lpstr>
      <vt:lpstr>Q Learning in Lunar Lander</vt:lpstr>
      <vt:lpstr>Q Learning via Functional Approximations</vt:lpstr>
      <vt:lpstr>Policy Learning</vt:lpstr>
      <vt:lpstr>Policy Learning</vt:lpstr>
      <vt:lpstr>Why not both?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Mendes</dc:creator>
  <cp:lastModifiedBy>Francisco Mendes</cp:lastModifiedBy>
  <cp:revision>2</cp:revision>
  <dcterms:created xsi:type="dcterms:W3CDTF">2025-01-31T16:40:54Z</dcterms:created>
  <dcterms:modified xsi:type="dcterms:W3CDTF">2025-02-07T16:25:26Z</dcterms:modified>
</cp:coreProperties>
</file>